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56" r:id="rId3"/>
    <p:sldId id="257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1A64F-A88F-4A5C-9BE4-F802876291EE}" type="datetimeFigureOut">
              <a:rPr lang="it-IT" smtClean="0"/>
              <a:pPr/>
              <a:t>11/12/2021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AE3F48-9A25-4FD8-9CF7-3CA3D4140EC6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err="1" smtClean="0"/>
              <a:t>Generator</a:t>
            </a:r>
            <a:endParaRPr lang="it-IT" dirty="0" smtClean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AE3F48-9A25-4FD8-9CF7-3CA3D4140EC6}" type="slidenum">
              <a:rPr lang="it-IT" smtClean="0"/>
              <a:pPr/>
              <a:t>2</a:t>
            </a:fld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err="1" smtClean="0"/>
              <a:t>Landing</a:t>
            </a:r>
            <a:r>
              <a:rPr lang="it-IT" dirty="0" smtClean="0"/>
              <a:t> </a:t>
            </a:r>
            <a:r>
              <a:rPr lang="it-IT" dirty="0" err="1" smtClean="0"/>
              <a:t>Gear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AE3F48-9A25-4FD8-9CF7-3CA3D4140EC6}" type="slidenum">
              <a:rPr lang="it-IT" smtClean="0"/>
              <a:pPr/>
              <a:t>3</a:t>
            </a:fld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err="1" smtClean="0"/>
              <a:t>Cube</a:t>
            </a:r>
            <a:r>
              <a:rPr lang="it-IT" dirty="0" smtClean="0"/>
              <a:t>: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sintax</a:t>
            </a:r>
            <a:r>
              <a:rPr lang="it-IT" baseline="0" dirty="0" smtClean="0"/>
              <a:t> T = top face ; </a:t>
            </a:r>
            <a:r>
              <a:rPr lang="it-IT" baseline="0" dirty="0" err="1" smtClean="0"/>
              <a:t>T_P</a:t>
            </a:r>
            <a:r>
              <a:rPr lang="it-IT" baseline="0" dirty="0" smtClean="0"/>
              <a:t> = top face can </a:t>
            </a:r>
            <a:r>
              <a:rPr lang="it-IT" baseline="0" dirty="0" err="1" smtClean="0"/>
              <a:t>partial</a:t>
            </a:r>
            <a:r>
              <a:rPr lang="it-IT" baseline="0" dirty="0" smtClean="0"/>
              <a:t> </a:t>
            </a:r>
            <a:r>
              <a:rPr lang="it-IT" baseline="0" dirty="0" err="1" smtClean="0"/>
              <a:t>hide</a:t>
            </a:r>
            <a:r>
              <a:rPr lang="it-IT" baseline="0" dirty="0" smtClean="0"/>
              <a:t>; </a:t>
            </a:r>
            <a:r>
              <a:rPr lang="it-IT" baseline="0" dirty="0" err="1" smtClean="0"/>
              <a:t>T_F</a:t>
            </a:r>
            <a:r>
              <a:rPr lang="it-IT" baseline="0" dirty="0" smtClean="0"/>
              <a:t> = top face full </a:t>
            </a:r>
            <a:r>
              <a:rPr lang="it-IT" baseline="0" dirty="0" err="1" smtClean="0"/>
              <a:t>hide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AE3F48-9A25-4FD8-9CF7-3CA3D4140EC6}" type="slidenum">
              <a:rPr lang="it-IT" smtClean="0"/>
              <a:pPr/>
              <a:t>4</a:t>
            </a:fld>
            <a:endParaRPr 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err="1" smtClean="0"/>
              <a:t>Blast</a:t>
            </a:r>
            <a:r>
              <a:rPr lang="it-IT" dirty="0" smtClean="0"/>
              <a:t> </a:t>
            </a:r>
            <a:r>
              <a:rPr lang="it-IT" dirty="0" err="1" smtClean="0"/>
              <a:t>door</a:t>
            </a:r>
            <a:endParaRPr lang="it-IT" dirty="0" smtClean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AE3F48-9A25-4FD8-9CF7-3CA3D4140EC6}" type="slidenum">
              <a:rPr lang="it-IT" smtClean="0"/>
              <a:pPr/>
              <a:t>5</a:t>
            </a:fld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11/12/2021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11/12/2021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11/12/2021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11/12/2021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11/12/2021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11/12/2021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11/12/2021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11/12/2021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11/12/2021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11/12/2021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11/12/2021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055F8-1D02-4417-9241-55C834FD9970}" type="datetimeFigureOut">
              <a:rPr lang="it-IT" smtClean="0"/>
              <a:pPr/>
              <a:t>11/12/2021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smtClean="0"/>
              <a:t>MODEL STRUCTURE VARIANTS</a:t>
            </a:r>
            <a:endParaRPr lang="it-IT" b="1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The green </a:t>
            </a:r>
            <a:r>
              <a:rPr lang="it-IT" dirty="0" err="1" smtClean="0"/>
              <a:t>nodes</a:t>
            </a:r>
            <a:r>
              <a:rPr lang="it-IT" dirty="0" smtClean="0"/>
              <a:t> </a:t>
            </a:r>
            <a:r>
              <a:rPr lang="en-US" dirty="0" smtClean="0"/>
              <a:t>are relevant for creating geometry</a:t>
            </a:r>
          </a:p>
          <a:p>
            <a:r>
              <a:rPr lang="en-US" dirty="0" smtClean="0"/>
              <a:t>blue nodes will be omitted from reading</a:t>
            </a:r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642910" y="500042"/>
            <a:ext cx="1928826" cy="50006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smtClean="0">
                <a:solidFill>
                  <a:schemeClr val="tx1"/>
                </a:solidFill>
              </a:rPr>
              <a:t>{</a:t>
            </a:r>
            <a:r>
              <a:rPr lang="it-IT" b="1" dirty="0" err="1" smtClean="0">
                <a:solidFill>
                  <a:schemeClr val="tx1"/>
                </a:solidFill>
              </a:rPr>
              <a:t>Model</a:t>
            </a:r>
            <a:r>
              <a:rPr lang="it-IT" b="1" dirty="0" smtClean="0">
                <a:solidFill>
                  <a:schemeClr val="tx1"/>
                </a:solidFill>
              </a:rPr>
              <a:t> </a:t>
            </a:r>
            <a:r>
              <a:rPr lang="it-IT" b="1" dirty="0" err="1" smtClean="0">
                <a:solidFill>
                  <a:schemeClr val="tx1"/>
                </a:solidFill>
              </a:rPr>
              <a:t>Filename</a:t>
            </a:r>
            <a:r>
              <a:rPr lang="it-IT" b="1" dirty="0" smtClean="0">
                <a:solidFill>
                  <a:schemeClr val="tx1"/>
                </a:solidFill>
              </a:rPr>
              <a:t>}</a:t>
            </a:r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6" name="Rettangolo 5"/>
          <p:cNvSpPr/>
          <p:nvPr/>
        </p:nvSpPr>
        <p:spPr>
          <a:xfrm>
            <a:off x="642910" y="1500174"/>
            <a:ext cx="1928826" cy="50006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 smtClean="0">
                <a:solidFill>
                  <a:schemeClr val="tx1"/>
                </a:solidFill>
              </a:rPr>
              <a:t>“</a:t>
            </a:r>
            <a:r>
              <a:rPr lang="it-IT" b="1" dirty="0" err="1" smtClean="0">
                <a:solidFill>
                  <a:schemeClr val="tx1"/>
                </a:solidFill>
              </a:rPr>
              <a:t>MeshShadow</a:t>
            </a:r>
            <a:r>
              <a:rPr lang="it-IT" b="1" dirty="0" smtClean="0">
                <a:solidFill>
                  <a:schemeClr val="tx1"/>
                </a:solidFill>
              </a:rPr>
              <a:t>”</a:t>
            </a:r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7" name="Rettangolo 6"/>
          <p:cNvSpPr/>
          <p:nvPr/>
        </p:nvSpPr>
        <p:spPr>
          <a:xfrm>
            <a:off x="3286116" y="1500174"/>
            <a:ext cx="1928826" cy="50006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smtClean="0">
                <a:solidFill>
                  <a:schemeClr val="tx1"/>
                </a:solidFill>
              </a:rPr>
              <a:t>“</a:t>
            </a:r>
            <a:r>
              <a:rPr lang="it-IT" b="1" dirty="0" err="1" smtClean="0">
                <a:solidFill>
                  <a:schemeClr val="tx1"/>
                </a:solidFill>
              </a:rPr>
              <a:t>Mesh</a:t>
            </a:r>
            <a:r>
              <a:rPr lang="it-IT" b="1" dirty="0" smtClean="0">
                <a:solidFill>
                  <a:schemeClr val="tx1"/>
                </a:solidFill>
              </a:rPr>
              <a:t>”</a:t>
            </a:r>
            <a:endParaRPr lang="it-IT" b="1" dirty="0">
              <a:solidFill>
                <a:schemeClr val="tx1"/>
              </a:solidFill>
            </a:endParaRPr>
          </a:p>
        </p:txBody>
      </p:sp>
      <p:cxnSp>
        <p:nvCxnSpPr>
          <p:cNvPr id="12" name="Connettore 2 11"/>
          <p:cNvCxnSpPr>
            <a:stCxn id="4" idx="2"/>
            <a:endCxn id="6" idx="0"/>
          </p:cNvCxnSpPr>
          <p:nvPr/>
        </p:nvCxnSpPr>
        <p:spPr>
          <a:xfrm rot="5400000">
            <a:off x="1357290" y="1250141"/>
            <a:ext cx="500066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ttore 4 20"/>
          <p:cNvCxnSpPr>
            <a:endCxn id="41" idx="1"/>
          </p:cNvCxnSpPr>
          <p:nvPr/>
        </p:nvCxnSpPr>
        <p:spPr>
          <a:xfrm rot="16200000" flipH="1">
            <a:off x="482968" y="2304645"/>
            <a:ext cx="892182" cy="284957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ttore 4 20"/>
          <p:cNvCxnSpPr>
            <a:endCxn id="40" idx="1"/>
          </p:cNvCxnSpPr>
          <p:nvPr/>
        </p:nvCxnSpPr>
        <p:spPr>
          <a:xfrm rot="16200000" flipH="1">
            <a:off x="767926" y="2018099"/>
            <a:ext cx="321472" cy="285751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ttangolo 24"/>
          <p:cNvSpPr/>
          <p:nvPr/>
        </p:nvSpPr>
        <p:spPr>
          <a:xfrm>
            <a:off x="3286116" y="2285992"/>
            <a:ext cx="785818" cy="50006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smtClean="0">
                <a:solidFill>
                  <a:schemeClr val="tx1"/>
                </a:solidFill>
              </a:rPr>
              <a:t>“D0”</a:t>
            </a:r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26" name="Rettangolo 25"/>
          <p:cNvSpPr/>
          <p:nvPr/>
        </p:nvSpPr>
        <p:spPr>
          <a:xfrm>
            <a:off x="4286248" y="2285992"/>
            <a:ext cx="785818" cy="50006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 smtClean="0">
                <a:solidFill>
                  <a:schemeClr val="tx1"/>
                </a:solidFill>
              </a:rPr>
              <a:t>“D1”</a:t>
            </a:r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27" name="Rettangolo 26"/>
          <p:cNvSpPr/>
          <p:nvPr/>
        </p:nvSpPr>
        <p:spPr>
          <a:xfrm>
            <a:off x="5286380" y="2285992"/>
            <a:ext cx="785818" cy="50006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 smtClean="0">
                <a:solidFill>
                  <a:schemeClr val="tx1"/>
                </a:solidFill>
              </a:rPr>
              <a:t>“D2”</a:t>
            </a:r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28" name="Rettangolo 27"/>
          <p:cNvSpPr/>
          <p:nvPr/>
        </p:nvSpPr>
        <p:spPr>
          <a:xfrm>
            <a:off x="6286512" y="2285992"/>
            <a:ext cx="785818" cy="50006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 smtClean="0">
                <a:solidFill>
                  <a:schemeClr val="tx1"/>
                </a:solidFill>
              </a:rPr>
              <a:t>“D3”</a:t>
            </a:r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29" name="Rettangolo arrotondato 28"/>
          <p:cNvSpPr/>
          <p:nvPr/>
        </p:nvSpPr>
        <p:spPr>
          <a:xfrm>
            <a:off x="3286116" y="3071810"/>
            <a:ext cx="714380" cy="21431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smtClean="0"/>
              <a:t>3d </a:t>
            </a:r>
            <a:r>
              <a:rPr lang="it-IT" sz="1000" dirty="0" err="1" smtClean="0"/>
              <a:t>mesh</a:t>
            </a:r>
            <a:endParaRPr lang="it-IT" sz="1000" dirty="0"/>
          </a:p>
        </p:txBody>
      </p:sp>
      <p:cxnSp>
        <p:nvCxnSpPr>
          <p:cNvPr id="31" name="Connettore 4 20"/>
          <p:cNvCxnSpPr>
            <a:stCxn id="25" idx="1"/>
            <a:endCxn id="29" idx="1"/>
          </p:cNvCxnSpPr>
          <p:nvPr/>
        </p:nvCxnSpPr>
        <p:spPr>
          <a:xfrm rot="10800000" flipV="1">
            <a:off x="3286116" y="2536025"/>
            <a:ext cx="1588" cy="642942"/>
          </a:xfrm>
          <a:prstGeom prst="bentConnector3">
            <a:avLst>
              <a:gd name="adj1" fmla="val 13795659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ttangolo arrotondato 39"/>
          <p:cNvSpPr/>
          <p:nvPr/>
        </p:nvSpPr>
        <p:spPr>
          <a:xfrm>
            <a:off x="1071538" y="2214554"/>
            <a:ext cx="714380" cy="21431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000" dirty="0" smtClean="0"/>
              <a:t>3d </a:t>
            </a:r>
            <a:r>
              <a:rPr lang="it-IT" sz="1000" dirty="0" err="1" smtClean="0"/>
              <a:t>mesh</a:t>
            </a:r>
            <a:endParaRPr lang="it-IT" sz="1000" dirty="0"/>
          </a:p>
        </p:txBody>
      </p:sp>
      <p:sp>
        <p:nvSpPr>
          <p:cNvPr id="41" name="Rettangolo arrotondato 40"/>
          <p:cNvSpPr/>
          <p:nvPr/>
        </p:nvSpPr>
        <p:spPr>
          <a:xfrm>
            <a:off x="1071538" y="2786058"/>
            <a:ext cx="714380" cy="21431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000" dirty="0" smtClean="0"/>
              <a:t>3d </a:t>
            </a:r>
            <a:r>
              <a:rPr lang="it-IT" sz="1000" dirty="0" err="1" smtClean="0"/>
              <a:t>mesh</a:t>
            </a:r>
            <a:endParaRPr lang="it-IT" sz="1000" dirty="0"/>
          </a:p>
        </p:txBody>
      </p:sp>
      <p:sp>
        <p:nvSpPr>
          <p:cNvPr id="42" name="Rettangolo arrotondato 41"/>
          <p:cNvSpPr/>
          <p:nvPr/>
        </p:nvSpPr>
        <p:spPr>
          <a:xfrm>
            <a:off x="3286116" y="3429000"/>
            <a:ext cx="714380" cy="21431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smtClean="0"/>
              <a:t>3d </a:t>
            </a:r>
            <a:r>
              <a:rPr lang="it-IT" sz="1000" dirty="0" err="1" smtClean="0"/>
              <a:t>mesh</a:t>
            </a:r>
            <a:endParaRPr lang="it-IT" sz="1000" dirty="0"/>
          </a:p>
        </p:txBody>
      </p:sp>
      <p:cxnSp>
        <p:nvCxnSpPr>
          <p:cNvPr id="43" name="Connettore 4 20"/>
          <p:cNvCxnSpPr/>
          <p:nvPr/>
        </p:nvCxnSpPr>
        <p:spPr>
          <a:xfrm rot="16200000" flipH="1">
            <a:off x="2982505" y="3232546"/>
            <a:ext cx="392907" cy="214312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ttore 4 20"/>
          <p:cNvCxnSpPr>
            <a:stCxn id="4" idx="2"/>
            <a:endCxn id="7" idx="0"/>
          </p:cNvCxnSpPr>
          <p:nvPr/>
        </p:nvCxnSpPr>
        <p:spPr>
          <a:xfrm rot="16200000" flipH="1">
            <a:off x="2678893" y="-71462"/>
            <a:ext cx="500066" cy="264320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nettore 4 20"/>
          <p:cNvCxnSpPr>
            <a:stCxn id="7" idx="2"/>
            <a:endCxn id="25" idx="0"/>
          </p:cNvCxnSpPr>
          <p:nvPr/>
        </p:nvCxnSpPr>
        <p:spPr>
          <a:xfrm rot="5400000">
            <a:off x="3821901" y="1857364"/>
            <a:ext cx="285752" cy="57150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nettore 4 20"/>
          <p:cNvCxnSpPr>
            <a:endCxn id="26" idx="0"/>
          </p:cNvCxnSpPr>
          <p:nvPr/>
        </p:nvCxnSpPr>
        <p:spPr>
          <a:xfrm>
            <a:off x="4214812" y="2143116"/>
            <a:ext cx="464345" cy="142876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nettore 4 20"/>
          <p:cNvCxnSpPr>
            <a:endCxn id="27" idx="0"/>
          </p:cNvCxnSpPr>
          <p:nvPr/>
        </p:nvCxnSpPr>
        <p:spPr>
          <a:xfrm>
            <a:off x="4643440" y="2143116"/>
            <a:ext cx="1035849" cy="142876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nettore 4 20"/>
          <p:cNvCxnSpPr>
            <a:endCxn id="28" idx="0"/>
          </p:cNvCxnSpPr>
          <p:nvPr/>
        </p:nvCxnSpPr>
        <p:spPr>
          <a:xfrm>
            <a:off x="5643572" y="2143116"/>
            <a:ext cx="1035849" cy="142876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642910" y="500042"/>
            <a:ext cx="1928826" cy="50006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smtClean="0">
                <a:solidFill>
                  <a:schemeClr val="tx1"/>
                </a:solidFill>
              </a:rPr>
              <a:t>{</a:t>
            </a:r>
            <a:r>
              <a:rPr lang="it-IT" b="1" dirty="0" err="1" smtClean="0">
                <a:solidFill>
                  <a:schemeClr val="tx1"/>
                </a:solidFill>
              </a:rPr>
              <a:t>Model</a:t>
            </a:r>
            <a:r>
              <a:rPr lang="it-IT" b="1" dirty="0" smtClean="0">
                <a:solidFill>
                  <a:schemeClr val="tx1"/>
                </a:solidFill>
              </a:rPr>
              <a:t> </a:t>
            </a:r>
            <a:r>
              <a:rPr lang="it-IT" b="1" dirty="0" err="1" smtClean="0">
                <a:solidFill>
                  <a:schemeClr val="tx1"/>
                </a:solidFill>
              </a:rPr>
              <a:t>Filename</a:t>
            </a:r>
            <a:r>
              <a:rPr lang="it-IT" b="1" dirty="0" smtClean="0">
                <a:solidFill>
                  <a:schemeClr val="tx1"/>
                </a:solidFill>
              </a:rPr>
              <a:t>}</a:t>
            </a:r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6" name="Rettangolo 5"/>
          <p:cNvSpPr/>
          <p:nvPr/>
        </p:nvSpPr>
        <p:spPr>
          <a:xfrm>
            <a:off x="642910" y="1500174"/>
            <a:ext cx="1928826" cy="50006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 smtClean="0">
                <a:solidFill>
                  <a:schemeClr val="tx1"/>
                </a:solidFill>
              </a:rPr>
              <a:t>“</a:t>
            </a:r>
            <a:r>
              <a:rPr lang="it-IT" b="1" dirty="0" err="1" smtClean="0">
                <a:solidFill>
                  <a:schemeClr val="tx1"/>
                </a:solidFill>
              </a:rPr>
              <a:t>Connector</a:t>
            </a:r>
            <a:r>
              <a:rPr lang="it-IT" b="1" dirty="0" smtClean="0">
                <a:solidFill>
                  <a:schemeClr val="tx1"/>
                </a:solidFill>
              </a:rPr>
              <a:t>”</a:t>
            </a:r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7" name="Rettangolo 6"/>
          <p:cNvSpPr/>
          <p:nvPr/>
        </p:nvSpPr>
        <p:spPr>
          <a:xfrm>
            <a:off x="3286116" y="1500174"/>
            <a:ext cx="1928826" cy="50006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smtClean="0">
                <a:solidFill>
                  <a:schemeClr val="tx1"/>
                </a:solidFill>
              </a:rPr>
              <a:t>“</a:t>
            </a:r>
            <a:r>
              <a:rPr lang="it-IT" b="1" dirty="0" err="1" smtClean="0">
                <a:solidFill>
                  <a:schemeClr val="tx1"/>
                </a:solidFill>
              </a:rPr>
              <a:t>Mesh</a:t>
            </a:r>
            <a:r>
              <a:rPr lang="it-IT" b="1" dirty="0" smtClean="0">
                <a:solidFill>
                  <a:schemeClr val="tx1"/>
                </a:solidFill>
              </a:rPr>
              <a:t>”</a:t>
            </a:r>
            <a:endParaRPr lang="it-IT" b="1" dirty="0">
              <a:solidFill>
                <a:schemeClr val="tx1"/>
              </a:solidFill>
            </a:endParaRPr>
          </a:p>
        </p:txBody>
      </p:sp>
      <p:cxnSp>
        <p:nvCxnSpPr>
          <p:cNvPr id="12" name="Connettore 2 11"/>
          <p:cNvCxnSpPr>
            <a:stCxn id="4" idx="2"/>
            <a:endCxn id="6" idx="0"/>
          </p:cNvCxnSpPr>
          <p:nvPr/>
        </p:nvCxnSpPr>
        <p:spPr>
          <a:xfrm rot="5400000">
            <a:off x="1357290" y="1250141"/>
            <a:ext cx="500066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ttangolo arrotondato 28"/>
          <p:cNvSpPr/>
          <p:nvPr/>
        </p:nvSpPr>
        <p:spPr>
          <a:xfrm>
            <a:off x="3643306" y="2571744"/>
            <a:ext cx="714380" cy="21431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smtClean="0"/>
              <a:t>3d </a:t>
            </a:r>
            <a:r>
              <a:rPr lang="it-IT" sz="1000" dirty="0" err="1" smtClean="0"/>
              <a:t>mesh</a:t>
            </a:r>
            <a:endParaRPr lang="it-IT" sz="1000" dirty="0"/>
          </a:p>
        </p:txBody>
      </p:sp>
      <p:cxnSp>
        <p:nvCxnSpPr>
          <p:cNvPr id="31" name="Connettore 4 20"/>
          <p:cNvCxnSpPr/>
          <p:nvPr/>
        </p:nvCxnSpPr>
        <p:spPr>
          <a:xfrm rot="16200000" flipH="1">
            <a:off x="3375413" y="2053819"/>
            <a:ext cx="321471" cy="214314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ttangolo arrotondato 41"/>
          <p:cNvSpPr/>
          <p:nvPr/>
        </p:nvSpPr>
        <p:spPr>
          <a:xfrm>
            <a:off x="3643306" y="2928934"/>
            <a:ext cx="714380" cy="21431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smtClean="0"/>
              <a:t>3d </a:t>
            </a:r>
            <a:r>
              <a:rPr lang="it-IT" sz="1000" dirty="0" err="1" smtClean="0"/>
              <a:t>mesh</a:t>
            </a:r>
            <a:endParaRPr lang="it-IT" sz="1000" dirty="0"/>
          </a:p>
        </p:txBody>
      </p:sp>
      <p:cxnSp>
        <p:nvCxnSpPr>
          <p:cNvPr id="43" name="Connettore 4 20"/>
          <p:cNvCxnSpPr/>
          <p:nvPr/>
        </p:nvCxnSpPr>
        <p:spPr>
          <a:xfrm rot="16200000" flipH="1">
            <a:off x="3339695" y="2732480"/>
            <a:ext cx="392907" cy="214312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ttore 4 20"/>
          <p:cNvCxnSpPr>
            <a:stCxn id="4" idx="2"/>
            <a:endCxn id="7" idx="0"/>
          </p:cNvCxnSpPr>
          <p:nvPr/>
        </p:nvCxnSpPr>
        <p:spPr>
          <a:xfrm rot="16200000" flipH="1">
            <a:off x="2678893" y="-71462"/>
            <a:ext cx="500066" cy="264320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ttangolo arrotondato 31"/>
          <p:cNvSpPr/>
          <p:nvPr/>
        </p:nvSpPr>
        <p:spPr>
          <a:xfrm>
            <a:off x="3643306" y="2214554"/>
            <a:ext cx="714380" cy="21431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smtClean="0"/>
              <a:t>3d </a:t>
            </a:r>
            <a:r>
              <a:rPr lang="it-IT" sz="1000" dirty="0" err="1" smtClean="0"/>
              <a:t>mesh</a:t>
            </a:r>
            <a:endParaRPr lang="it-IT" sz="1000" dirty="0"/>
          </a:p>
        </p:txBody>
      </p:sp>
      <p:cxnSp>
        <p:nvCxnSpPr>
          <p:cNvPr id="34" name="Connettore 4 20"/>
          <p:cNvCxnSpPr/>
          <p:nvPr/>
        </p:nvCxnSpPr>
        <p:spPr>
          <a:xfrm rot="16200000" flipH="1">
            <a:off x="3339695" y="2375290"/>
            <a:ext cx="392907" cy="214312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ttangolo arrotondato 34"/>
          <p:cNvSpPr/>
          <p:nvPr/>
        </p:nvSpPr>
        <p:spPr>
          <a:xfrm>
            <a:off x="4214810" y="3429000"/>
            <a:ext cx="714380" cy="21431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smtClean="0"/>
              <a:t>3d </a:t>
            </a:r>
            <a:r>
              <a:rPr lang="it-IT" sz="1000" dirty="0" err="1" smtClean="0"/>
              <a:t>mesh</a:t>
            </a:r>
            <a:endParaRPr lang="it-IT" sz="1000" dirty="0"/>
          </a:p>
        </p:txBody>
      </p:sp>
      <p:cxnSp>
        <p:nvCxnSpPr>
          <p:cNvPr id="36" name="Connettore 4 20"/>
          <p:cNvCxnSpPr/>
          <p:nvPr/>
        </p:nvCxnSpPr>
        <p:spPr>
          <a:xfrm rot="16200000" flipH="1">
            <a:off x="3911199" y="3232546"/>
            <a:ext cx="392907" cy="214312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ttore 4 20"/>
          <p:cNvCxnSpPr/>
          <p:nvPr/>
        </p:nvCxnSpPr>
        <p:spPr>
          <a:xfrm rot="16200000" flipH="1">
            <a:off x="4482702" y="3732612"/>
            <a:ext cx="392907" cy="214312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ttangolo arrotondato 37"/>
          <p:cNvSpPr/>
          <p:nvPr/>
        </p:nvSpPr>
        <p:spPr>
          <a:xfrm>
            <a:off x="4786314" y="3929066"/>
            <a:ext cx="714380" cy="21431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smtClean="0"/>
              <a:t>3d </a:t>
            </a:r>
            <a:r>
              <a:rPr lang="it-IT" sz="1000" dirty="0" err="1" smtClean="0"/>
              <a:t>mesh</a:t>
            </a:r>
            <a:endParaRPr lang="it-IT" sz="1000" dirty="0"/>
          </a:p>
        </p:txBody>
      </p:sp>
      <p:sp>
        <p:nvSpPr>
          <p:cNvPr id="39" name="Rettangolo arrotondato 38"/>
          <p:cNvSpPr/>
          <p:nvPr/>
        </p:nvSpPr>
        <p:spPr>
          <a:xfrm>
            <a:off x="4786314" y="4214818"/>
            <a:ext cx="714380" cy="21431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smtClean="0"/>
              <a:t>3d </a:t>
            </a:r>
            <a:r>
              <a:rPr lang="it-IT" sz="1000" dirty="0" err="1" smtClean="0"/>
              <a:t>mesh</a:t>
            </a:r>
            <a:endParaRPr lang="it-IT" sz="1000" dirty="0"/>
          </a:p>
        </p:txBody>
      </p:sp>
      <p:cxnSp>
        <p:nvCxnSpPr>
          <p:cNvPr id="44" name="Connettore 4 20"/>
          <p:cNvCxnSpPr/>
          <p:nvPr/>
        </p:nvCxnSpPr>
        <p:spPr>
          <a:xfrm rot="16200000" flipH="1">
            <a:off x="4482703" y="4018364"/>
            <a:ext cx="392907" cy="214312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642910" y="500042"/>
            <a:ext cx="1928826" cy="50006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smtClean="0">
                <a:solidFill>
                  <a:schemeClr val="tx1"/>
                </a:solidFill>
              </a:rPr>
              <a:t>{</a:t>
            </a:r>
            <a:r>
              <a:rPr lang="it-IT" b="1" dirty="0" err="1" smtClean="0">
                <a:solidFill>
                  <a:schemeClr val="tx1"/>
                </a:solidFill>
              </a:rPr>
              <a:t>Model</a:t>
            </a:r>
            <a:r>
              <a:rPr lang="it-IT" b="1" dirty="0" smtClean="0">
                <a:solidFill>
                  <a:schemeClr val="tx1"/>
                </a:solidFill>
              </a:rPr>
              <a:t> </a:t>
            </a:r>
            <a:r>
              <a:rPr lang="it-IT" b="1" dirty="0" err="1" smtClean="0">
                <a:solidFill>
                  <a:schemeClr val="tx1"/>
                </a:solidFill>
              </a:rPr>
              <a:t>Filename</a:t>
            </a:r>
            <a:r>
              <a:rPr lang="it-IT" b="1" dirty="0" smtClean="0">
                <a:solidFill>
                  <a:schemeClr val="tx1"/>
                </a:solidFill>
              </a:rPr>
              <a:t>}</a:t>
            </a:r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6" name="Rettangolo 5"/>
          <p:cNvSpPr/>
          <p:nvPr/>
        </p:nvSpPr>
        <p:spPr>
          <a:xfrm>
            <a:off x="642910" y="1500174"/>
            <a:ext cx="1928826" cy="50006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 smtClean="0">
                <a:solidFill>
                  <a:schemeClr val="tx1"/>
                </a:solidFill>
              </a:rPr>
              <a:t>“Collider”</a:t>
            </a:r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7" name="Rettangolo 6"/>
          <p:cNvSpPr/>
          <p:nvPr/>
        </p:nvSpPr>
        <p:spPr>
          <a:xfrm>
            <a:off x="3286116" y="1500174"/>
            <a:ext cx="1928826" cy="50006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smtClean="0">
                <a:solidFill>
                  <a:schemeClr val="tx1"/>
                </a:solidFill>
              </a:rPr>
              <a:t>“LOD0”</a:t>
            </a:r>
            <a:endParaRPr lang="it-IT" b="1" dirty="0">
              <a:solidFill>
                <a:schemeClr val="tx1"/>
              </a:solidFill>
            </a:endParaRPr>
          </a:p>
        </p:txBody>
      </p:sp>
      <p:cxnSp>
        <p:nvCxnSpPr>
          <p:cNvPr id="12" name="Connettore 2 11"/>
          <p:cNvCxnSpPr>
            <a:stCxn id="4" idx="2"/>
            <a:endCxn id="6" idx="0"/>
          </p:cNvCxnSpPr>
          <p:nvPr/>
        </p:nvCxnSpPr>
        <p:spPr>
          <a:xfrm rot="5400000">
            <a:off x="1357290" y="1250141"/>
            <a:ext cx="500066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ttore 4 20"/>
          <p:cNvCxnSpPr/>
          <p:nvPr/>
        </p:nvCxnSpPr>
        <p:spPr>
          <a:xfrm rot="16200000" flipH="1">
            <a:off x="3375413" y="2053819"/>
            <a:ext cx="321471" cy="214314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ttore 4 20"/>
          <p:cNvCxnSpPr/>
          <p:nvPr/>
        </p:nvCxnSpPr>
        <p:spPr>
          <a:xfrm rot="16200000" flipH="1">
            <a:off x="3339695" y="2732480"/>
            <a:ext cx="392907" cy="214312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ttore 4 20"/>
          <p:cNvCxnSpPr>
            <a:stCxn id="4" idx="2"/>
            <a:endCxn id="7" idx="0"/>
          </p:cNvCxnSpPr>
          <p:nvPr/>
        </p:nvCxnSpPr>
        <p:spPr>
          <a:xfrm rot="16200000" flipH="1">
            <a:off x="2678893" y="-71462"/>
            <a:ext cx="500066" cy="2643206"/>
          </a:xfrm>
          <a:prstGeom prst="bentConnector3">
            <a:avLst>
              <a:gd name="adj1" fmla="val 56667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ttangolo arrotondato 31"/>
          <p:cNvSpPr/>
          <p:nvPr/>
        </p:nvSpPr>
        <p:spPr>
          <a:xfrm>
            <a:off x="3643306" y="2214554"/>
            <a:ext cx="1500198" cy="21431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smtClean="0"/>
              <a:t>cardinal </a:t>
            </a:r>
            <a:r>
              <a:rPr lang="it-IT" sz="1000" dirty="0" err="1" smtClean="0"/>
              <a:t>mesh</a:t>
            </a:r>
            <a:r>
              <a:rPr lang="it-IT" sz="1000" dirty="0" smtClean="0"/>
              <a:t> “T_2” </a:t>
            </a:r>
            <a:endParaRPr lang="it-IT" sz="1000" dirty="0"/>
          </a:p>
        </p:txBody>
      </p:sp>
      <p:cxnSp>
        <p:nvCxnSpPr>
          <p:cNvPr id="34" name="Connettore 4 20"/>
          <p:cNvCxnSpPr/>
          <p:nvPr/>
        </p:nvCxnSpPr>
        <p:spPr>
          <a:xfrm rot="16200000" flipH="1">
            <a:off x="3339695" y="2375290"/>
            <a:ext cx="392907" cy="214312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ttangolo 18"/>
          <p:cNvSpPr/>
          <p:nvPr/>
        </p:nvSpPr>
        <p:spPr>
          <a:xfrm>
            <a:off x="5500694" y="1500174"/>
            <a:ext cx="1928826" cy="50006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 smtClean="0">
                <a:solidFill>
                  <a:schemeClr val="tx1"/>
                </a:solidFill>
              </a:rPr>
              <a:t>“LOD0_D1”</a:t>
            </a:r>
            <a:endParaRPr lang="it-IT" b="1" dirty="0">
              <a:solidFill>
                <a:schemeClr val="tx1"/>
              </a:solidFill>
            </a:endParaRPr>
          </a:p>
        </p:txBody>
      </p:sp>
      <p:cxnSp>
        <p:nvCxnSpPr>
          <p:cNvPr id="20" name="Connettore 4 20"/>
          <p:cNvCxnSpPr>
            <a:endCxn id="19" idx="0"/>
          </p:cNvCxnSpPr>
          <p:nvPr/>
        </p:nvCxnSpPr>
        <p:spPr>
          <a:xfrm>
            <a:off x="4214810" y="1285860"/>
            <a:ext cx="2250297" cy="214314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ttangolo arrotondato 26"/>
          <p:cNvSpPr/>
          <p:nvPr/>
        </p:nvSpPr>
        <p:spPr>
          <a:xfrm>
            <a:off x="3643306" y="2571744"/>
            <a:ext cx="1500198" cy="21431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smtClean="0"/>
              <a:t>cardinal </a:t>
            </a:r>
            <a:r>
              <a:rPr lang="it-IT" sz="1000" dirty="0" err="1" smtClean="0"/>
              <a:t>mesh</a:t>
            </a:r>
            <a:r>
              <a:rPr lang="it-IT" sz="1000" dirty="0" smtClean="0"/>
              <a:t> “B_2” </a:t>
            </a:r>
            <a:endParaRPr lang="it-IT" sz="1000" dirty="0"/>
          </a:p>
        </p:txBody>
      </p:sp>
      <p:sp>
        <p:nvSpPr>
          <p:cNvPr id="28" name="Rettangolo arrotondato 27"/>
          <p:cNvSpPr/>
          <p:nvPr/>
        </p:nvSpPr>
        <p:spPr>
          <a:xfrm>
            <a:off x="3643306" y="2928934"/>
            <a:ext cx="1500198" cy="21431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smtClean="0"/>
              <a:t>cardinal </a:t>
            </a:r>
            <a:r>
              <a:rPr lang="it-IT" sz="1000" dirty="0" err="1" smtClean="0"/>
              <a:t>mesh</a:t>
            </a:r>
            <a:r>
              <a:rPr lang="it-IT" sz="1000" dirty="0" smtClean="0"/>
              <a:t> “N_2” </a:t>
            </a:r>
            <a:endParaRPr lang="it-IT" sz="1000" dirty="0"/>
          </a:p>
        </p:txBody>
      </p:sp>
      <p:cxnSp>
        <p:nvCxnSpPr>
          <p:cNvPr id="30" name="Connettore 4 20"/>
          <p:cNvCxnSpPr/>
          <p:nvPr/>
        </p:nvCxnSpPr>
        <p:spPr>
          <a:xfrm rot="16200000" flipH="1">
            <a:off x="5697149" y="2732480"/>
            <a:ext cx="392907" cy="214312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ttangolo arrotondato 32"/>
          <p:cNvSpPr/>
          <p:nvPr/>
        </p:nvSpPr>
        <p:spPr>
          <a:xfrm>
            <a:off x="6000760" y="2214554"/>
            <a:ext cx="1500198" cy="21431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000" dirty="0" smtClean="0"/>
              <a:t>cardinal </a:t>
            </a:r>
            <a:r>
              <a:rPr lang="it-IT" sz="1000" dirty="0" err="1" smtClean="0"/>
              <a:t>mesh</a:t>
            </a:r>
            <a:r>
              <a:rPr lang="it-IT" sz="1000" dirty="0" smtClean="0"/>
              <a:t> “T_2” </a:t>
            </a:r>
            <a:endParaRPr lang="it-IT" sz="1000" dirty="0"/>
          </a:p>
        </p:txBody>
      </p:sp>
      <p:cxnSp>
        <p:nvCxnSpPr>
          <p:cNvPr id="40" name="Connettore 4 20"/>
          <p:cNvCxnSpPr/>
          <p:nvPr/>
        </p:nvCxnSpPr>
        <p:spPr>
          <a:xfrm rot="16200000" flipH="1">
            <a:off x="5697149" y="2375290"/>
            <a:ext cx="392907" cy="214312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ttangolo arrotondato 40"/>
          <p:cNvSpPr/>
          <p:nvPr/>
        </p:nvSpPr>
        <p:spPr>
          <a:xfrm>
            <a:off x="6000760" y="2571744"/>
            <a:ext cx="1500198" cy="21431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000" dirty="0" smtClean="0"/>
              <a:t>cardinal </a:t>
            </a:r>
            <a:r>
              <a:rPr lang="it-IT" sz="1000" dirty="0" err="1" smtClean="0"/>
              <a:t>mesh</a:t>
            </a:r>
            <a:r>
              <a:rPr lang="it-IT" sz="1000" dirty="0" smtClean="0"/>
              <a:t> “B_2” </a:t>
            </a:r>
            <a:endParaRPr lang="it-IT" sz="1000" dirty="0"/>
          </a:p>
        </p:txBody>
      </p:sp>
      <p:sp>
        <p:nvSpPr>
          <p:cNvPr id="45" name="Rettangolo arrotondato 44"/>
          <p:cNvSpPr/>
          <p:nvPr/>
        </p:nvSpPr>
        <p:spPr>
          <a:xfrm>
            <a:off x="6000760" y="2928934"/>
            <a:ext cx="1500198" cy="21431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000" dirty="0" smtClean="0"/>
              <a:t>cardinal </a:t>
            </a:r>
            <a:r>
              <a:rPr lang="it-IT" sz="1000" dirty="0" err="1" smtClean="0"/>
              <a:t>mesh</a:t>
            </a:r>
            <a:r>
              <a:rPr lang="it-IT" sz="1000" dirty="0" smtClean="0"/>
              <a:t> “N_2” </a:t>
            </a:r>
            <a:endParaRPr lang="it-IT" sz="1000" dirty="0"/>
          </a:p>
        </p:txBody>
      </p:sp>
      <p:cxnSp>
        <p:nvCxnSpPr>
          <p:cNvPr id="46" name="Connettore 4 20"/>
          <p:cNvCxnSpPr/>
          <p:nvPr/>
        </p:nvCxnSpPr>
        <p:spPr>
          <a:xfrm rot="16200000" flipH="1">
            <a:off x="5732868" y="2053819"/>
            <a:ext cx="321471" cy="214314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642910" y="500042"/>
            <a:ext cx="1928826" cy="50006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smtClean="0">
                <a:solidFill>
                  <a:schemeClr val="tx1"/>
                </a:solidFill>
              </a:rPr>
              <a:t>{</a:t>
            </a:r>
            <a:r>
              <a:rPr lang="it-IT" b="1" dirty="0" err="1" smtClean="0">
                <a:solidFill>
                  <a:schemeClr val="tx1"/>
                </a:solidFill>
              </a:rPr>
              <a:t>Model</a:t>
            </a:r>
            <a:r>
              <a:rPr lang="it-IT" b="1" dirty="0" smtClean="0">
                <a:solidFill>
                  <a:schemeClr val="tx1"/>
                </a:solidFill>
              </a:rPr>
              <a:t> </a:t>
            </a:r>
            <a:r>
              <a:rPr lang="it-IT" b="1" dirty="0" err="1" smtClean="0">
                <a:solidFill>
                  <a:schemeClr val="tx1"/>
                </a:solidFill>
              </a:rPr>
              <a:t>Filename</a:t>
            </a:r>
            <a:r>
              <a:rPr lang="it-IT" b="1" dirty="0" smtClean="0">
                <a:solidFill>
                  <a:schemeClr val="tx1"/>
                </a:solidFill>
              </a:rPr>
              <a:t>}</a:t>
            </a:r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7" name="Rettangolo 6"/>
          <p:cNvSpPr/>
          <p:nvPr/>
        </p:nvSpPr>
        <p:spPr>
          <a:xfrm>
            <a:off x="3286116" y="1500174"/>
            <a:ext cx="1928826" cy="50006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smtClean="0">
                <a:solidFill>
                  <a:schemeClr val="tx1"/>
                </a:solidFill>
              </a:rPr>
              <a:t>“</a:t>
            </a:r>
            <a:r>
              <a:rPr lang="it-IT" b="1" dirty="0" err="1" smtClean="0">
                <a:solidFill>
                  <a:schemeClr val="tx1"/>
                </a:solidFill>
              </a:rPr>
              <a:t>Mesh</a:t>
            </a:r>
            <a:r>
              <a:rPr lang="it-IT" b="1" dirty="0" smtClean="0">
                <a:solidFill>
                  <a:schemeClr val="tx1"/>
                </a:solidFill>
              </a:rPr>
              <a:t>”</a:t>
            </a:r>
            <a:endParaRPr lang="it-IT" b="1" dirty="0">
              <a:solidFill>
                <a:schemeClr val="tx1"/>
              </a:solidFill>
            </a:endParaRPr>
          </a:p>
        </p:txBody>
      </p:sp>
      <p:cxnSp>
        <p:nvCxnSpPr>
          <p:cNvPr id="50" name="Connettore 4 20"/>
          <p:cNvCxnSpPr>
            <a:stCxn id="4" idx="2"/>
            <a:endCxn id="7" idx="0"/>
          </p:cNvCxnSpPr>
          <p:nvPr/>
        </p:nvCxnSpPr>
        <p:spPr>
          <a:xfrm rot="16200000" flipH="1">
            <a:off x="2678893" y="-71462"/>
            <a:ext cx="500066" cy="264320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nettore 4 20"/>
          <p:cNvCxnSpPr>
            <a:stCxn id="7" idx="2"/>
            <a:endCxn id="35" idx="0"/>
          </p:cNvCxnSpPr>
          <p:nvPr/>
        </p:nvCxnSpPr>
        <p:spPr>
          <a:xfrm rot="5400000">
            <a:off x="4036215" y="2214554"/>
            <a:ext cx="428628" cy="158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ttangolo 34"/>
          <p:cNvSpPr/>
          <p:nvPr/>
        </p:nvSpPr>
        <p:spPr>
          <a:xfrm>
            <a:off x="3286116" y="2428868"/>
            <a:ext cx="1928826" cy="64294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 smtClean="0">
                <a:solidFill>
                  <a:schemeClr val="tx1"/>
                </a:solidFill>
              </a:rPr>
              <a:t>Mix </a:t>
            </a:r>
            <a:r>
              <a:rPr lang="it-IT" b="1" dirty="0" err="1" smtClean="0">
                <a:solidFill>
                  <a:schemeClr val="tx1"/>
                </a:solidFill>
              </a:rPr>
              <a:t>of</a:t>
            </a:r>
            <a:r>
              <a:rPr lang="it-IT" b="1" dirty="0" smtClean="0">
                <a:solidFill>
                  <a:schemeClr val="tx1"/>
                </a:solidFill>
              </a:rPr>
              <a:t> </a:t>
            </a:r>
            <a:r>
              <a:rPr lang="it-IT" b="1" dirty="0" err="1" smtClean="0">
                <a:solidFill>
                  <a:schemeClr val="tx1"/>
                </a:solidFill>
              </a:rPr>
              <a:t>meshes</a:t>
            </a:r>
            <a:r>
              <a:rPr lang="it-IT" b="1" dirty="0" smtClean="0">
                <a:solidFill>
                  <a:schemeClr val="tx1"/>
                </a:solidFill>
              </a:rPr>
              <a:t> and </a:t>
            </a:r>
            <a:r>
              <a:rPr lang="it-IT" b="1" dirty="0" err="1" smtClean="0">
                <a:solidFill>
                  <a:schemeClr val="tx1"/>
                </a:solidFill>
              </a:rPr>
              <a:t>nodes</a:t>
            </a:r>
            <a:endParaRPr lang="it-IT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157</Words>
  <Application>Microsoft Office PowerPoint</Application>
  <PresentationFormat>Presentazione su schermo (4:3)</PresentationFormat>
  <Paragraphs>44</Paragraphs>
  <Slides>5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MODEL STRUCTURE VARIANTS</vt:lpstr>
      <vt:lpstr>Diapositiva 2</vt:lpstr>
      <vt:lpstr>Diapositiva 3</vt:lpstr>
      <vt:lpstr>Diapositiva 4</vt:lpstr>
      <vt:lpstr>Diapositiva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John</dc:creator>
  <cp:lastModifiedBy>John While</cp:lastModifiedBy>
  <cp:revision>12</cp:revision>
  <dcterms:created xsi:type="dcterms:W3CDTF">2021-12-11T20:24:52Z</dcterms:created>
  <dcterms:modified xsi:type="dcterms:W3CDTF">2021-12-11T21:02:09Z</dcterms:modified>
</cp:coreProperties>
</file>