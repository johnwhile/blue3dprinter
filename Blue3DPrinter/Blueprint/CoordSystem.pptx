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50" d="100"/>
          <a:sy n="150" d="100"/>
        </p:scale>
        <p:origin x="-552" y="1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21/12/2021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21/12/2021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21/12/2021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21/12/2021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21/12/2021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21/12/2021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21/12/2021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21/12/2021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21/12/2021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21/12/2021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21/12/2021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6055F8-1D02-4417-9241-55C834FD9970}" type="datetimeFigureOut">
              <a:rPr lang="it-IT" smtClean="0"/>
              <a:pPr/>
              <a:t>21/12/2021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nettore 2 2"/>
          <p:cNvCxnSpPr/>
          <p:nvPr/>
        </p:nvCxnSpPr>
        <p:spPr>
          <a:xfrm rot="5400000" flipH="1" flipV="1">
            <a:off x="1178695" y="1107265"/>
            <a:ext cx="1071570" cy="1588"/>
          </a:xfrm>
          <a:prstGeom prst="straightConnector1">
            <a:avLst/>
          </a:prstGeom>
          <a:ln w="38100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" name="Connettore 2 3"/>
          <p:cNvCxnSpPr/>
          <p:nvPr/>
        </p:nvCxnSpPr>
        <p:spPr>
          <a:xfrm>
            <a:off x="1714480" y="1643050"/>
            <a:ext cx="928694" cy="500066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" name="Connettore 2 5"/>
          <p:cNvCxnSpPr/>
          <p:nvPr/>
        </p:nvCxnSpPr>
        <p:spPr>
          <a:xfrm rot="10800000" flipV="1">
            <a:off x="714348" y="1643050"/>
            <a:ext cx="1000132" cy="642942"/>
          </a:xfrm>
          <a:prstGeom prst="straightConnector1">
            <a:avLst/>
          </a:prstGeom>
          <a:ln w="38100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5" name="CasellaDiTesto 14"/>
          <p:cNvSpPr txBox="1"/>
          <p:nvPr/>
        </p:nvSpPr>
        <p:spPr>
          <a:xfrm>
            <a:off x="142844" y="2571744"/>
            <a:ext cx="37147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 smtClean="0"/>
              <a:t>Directx</a:t>
            </a:r>
            <a:r>
              <a:rPr lang="it-IT" dirty="0" smtClean="0"/>
              <a:t> and Game </a:t>
            </a:r>
            <a:r>
              <a:rPr lang="it-IT" dirty="0" err="1" smtClean="0"/>
              <a:t>coords</a:t>
            </a:r>
            <a:r>
              <a:rPr lang="it-IT" dirty="0" smtClean="0"/>
              <a:t> :</a:t>
            </a:r>
          </a:p>
          <a:p>
            <a:pPr algn="ctr"/>
            <a:r>
              <a:rPr lang="it-IT" b="1" dirty="0" smtClean="0"/>
              <a:t>“</a:t>
            </a:r>
            <a:r>
              <a:rPr lang="it-IT" b="1" dirty="0" err="1" smtClean="0"/>
              <a:t>Left-Handle</a:t>
            </a:r>
            <a:r>
              <a:rPr lang="it-IT" b="1" dirty="0" smtClean="0"/>
              <a:t>, Y up”</a:t>
            </a:r>
            <a:endParaRPr lang="it-IT" b="1" dirty="0"/>
          </a:p>
        </p:txBody>
      </p:sp>
      <p:sp>
        <p:nvSpPr>
          <p:cNvPr id="23" name="CasellaDiTesto 22"/>
          <p:cNvSpPr txBox="1"/>
          <p:nvPr/>
        </p:nvSpPr>
        <p:spPr>
          <a:xfrm>
            <a:off x="1857356" y="428604"/>
            <a:ext cx="214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y</a:t>
            </a:r>
            <a:endParaRPr lang="it-IT" dirty="0"/>
          </a:p>
        </p:txBody>
      </p:sp>
      <p:sp>
        <p:nvSpPr>
          <p:cNvPr id="24" name="CasellaDiTesto 23"/>
          <p:cNvSpPr txBox="1"/>
          <p:nvPr/>
        </p:nvSpPr>
        <p:spPr>
          <a:xfrm>
            <a:off x="2786050" y="1857364"/>
            <a:ext cx="357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z</a:t>
            </a:r>
            <a:endParaRPr lang="it-IT" dirty="0"/>
          </a:p>
        </p:txBody>
      </p:sp>
      <p:sp>
        <p:nvSpPr>
          <p:cNvPr id="25" name="CasellaDiTesto 24"/>
          <p:cNvSpPr txBox="1"/>
          <p:nvPr/>
        </p:nvSpPr>
        <p:spPr>
          <a:xfrm>
            <a:off x="500034" y="2071678"/>
            <a:ext cx="214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x</a:t>
            </a:r>
            <a:endParaRPr lang="it-IT" dirty="0"/>
          </a:p>
        </p:txBody>
      </p:sp>
      <p:sp>
        <p:nvSpPr>
          <p:cNvPr id="26" name="Cubo 25"/>
          <p:cNvSpPr/>
          <p:nvPr/>
        </p:nvSpPr>
        <p:spPr>
          <a:xfrm flipH="1">
            <a:off x="5072066" y="1142984"/>
            <a:ext cx="1080000" cy="1080000"/>
          </a:xfrm>
          <a:prstGeom prst="cube">
            <a:avLst>
              <a:gd name="adj" fmla="val 26610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28" name="Connettore 2 27"/>
          <p:cNvCxnSpPr/>
          <p:nvPr/>
        </p:nvCxnSpPr>
        <p:spPr>
          <a:xfrm rot="5400000" flipH="1" flipV="1">
            <a:off x="5321305" y="964389"/>
            <a:ext cx="643736" cy="79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ttore 2 30"/>
          <p:cNvCxnSpPr/>
          <p:nvPr/>
        </p:nvCxnSpPr>
        <p:spPr>
          <a:xfrm rot="10800000">
            <a:off x="4572000" y="1714488"/>
            <a:ext cx="64294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ttore 2 31"/>
          <p:cNvCxnSpPr/>
          <p:nvPr/>
        </p:nvCxnSpPr>
        <p:spPr>
          <a:xfrm flipV="1">
            <a:off x="6143636" y="1716827"/>
            <a:ext cx="500066" cy="877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ttore 2 33"/>
          <p:cNvCxnSpPr/>
          <p:nvPr/>
        </p:nvCxnSpPr>
        <p:spPr>
          <a:xfrm rot="5400000">
            <a:off x="5429256" y="2428868"/>
            <a:ext cx="428628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ttore 2 35"/>
          <p:cNvCxnSpPr/>
          <p:nvPr/>
        </p:nvCxnSpPr>
        <p:spPr>
          <a:xfrm>
            <a:off x="5715008" y="1857364"/>
            <a:ext cx="571504" cy="4286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ttore 2 37"/>
          <p:cNvCxnSpPr/>
          <p:nvPr/>
        </p:nvCxnSpPr>
        <p:spPr>
          <a:xfrm rot="10800000">
            <a:off x="4714876" y="1142984"/>
            <a:ext cx="357190" cy="28575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asellaDiTesto 41"/>
          <p:cNvSpPr txBox="1"/>
          <p:nvPr/>
        </p:nvSpPr>
        <p:spPr>
          <a:xfrm>
            <a:off x="6643702" y="1571612"/>
            <a:ext cx="7858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b="1" dirty="0" smtClean="0"/>
              <a:t>West</a:t>
            </a:r>
            <a:endParaRPr lang="it-IT" sz="1000" b="1" dirty="0"/>
          </a:p>
        </p:txBody>
      </p:sp>
      <p:sp>
        <p:nvSpPr>
          <p:cNvPr id="43" name="CasellaDiTesto 42"/>
          <p:cNvSpPr txBox="1"/>
          <p:nvPr/>
        </p:nvSpPr>
        <p:spPr>
          <a:xfrm>
            <a:off x="4286248" y="1571612"/>
            <a:ext cx="64294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b="1" dirty="0" smtClean="0"/>
              <a:t>Est</a:t>
            </a:r>
            <a:endParaRPr lang="it-IT" sz="1000" b="1" dirty="0"/>
          </a:p>
        </p:txBody>
      </p:sp>
      <p:sp>
        <p:nvSpPr>
          <p:cNvPr id="44" name="CasellaDiTesto 43"/>
          <p:cNvSpPr txBox="1"/>
          <p:nvPr/>
        </p:nvSpPr>
        <p:spPr>
          <a:xfrm>
            <a:off x="6215074" y="2214554"/>
            <a:ext cx="11430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b="1" dirty="0" smtClean="0"/>
              <a:t>North</a:t>
            </a:r>
            <a:endParaRPr lang="it-IT" sz="1000" b="1" dirty="0"/>
          </a:p>
        </p:txBody>
      </p:sp>
      <p:sp>
        <p:nvSpPr>
          <p:cNvPr id="45" name="CasellaDiTesto 44"/>
          <p:cNvSpPr txBox="1"/>
          <p:nvPr/>
        </p:nvSpPr>
        <p:spPr>
          <a:xfrm>
            <a:off x="4357686" y="928670"/>
            <a:ext cx="11430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b="1" dirty="0" smtClean="0"/>
              <a:t>South</a:t>
            </a:r>
            <a:endParaRPr lang="it-IT" sz="1000" b="1" dirty="0"/>
          </a:p>
        </p:txBody>
      </p:sp>
      <p:sp>
        <p:nvSpPr>
          <p:cNvPr id="46" name="CasellaDiTesto 45"/>
          <p:cNvSpPr txBox="1"/>
          <p:nvPr/>
        </p:nvSpPr>
        <p:spPr>
          <a:xfrm>
            <a:off x="5500694" y="357166"/>
            <a:ext cx="11430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b="1" dirty="0" smtClean="0"/>
              <a:t>Top</a:t>
            </a:r>
            <a:endParaRPr lang="it-IT" sz="1000" b="1" dirty="0"/>
          </a:p>
        </p:txBody>
      </p:sp>
      <p:sp>
        <p:nvSpPr>
          <p:cNvPr id="47" name="CasellaDiTesto 46"/>
          <p:cNvSpPr txBox="1"/>
          <p:nvPr/>
        </p:nvSpPr>
        <p:spPr>
          <a:xfrm>
            <a:off x="5286380" y="2643182"/>
            <a:ext cx="11430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b="1" dirty="0" err="1" smtClean="0"/>
              <a:t>Bottom</a:t>
            </a:r>
            <a:endParaRPr lang="it-IT" sz="1000" b="1" dirty="0"/>
          </a:p>
        </p:txBody>
      </p:sp>
      <p:sp>
        <p:nvSpPr>
          <p:cNvPr id="48" name="CasellaDiTesto 47"/>
          <p:cNvSpPr txBox="1"/>
          <p:nvPr/>
        </p:nvSpPr>
        <p:spPr>
          <a:xfrm>
            <a:off x="4929190" y="3071810"/>
            <a:ext cx="1857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smtClean="0"/>
              <a:t>Cardinal </a:t>
            </a:r>
            <a:r>
              <a:rPr lang="it-IT" b="1" dirty="0" err="1" smtClean="0"/>
              <a:t>Faces</a:t>
            </a:r>
            <a:endParaRPr lang="it-IT" b="1" dirty="0"/>
          </a:p>
        </p:txBody>
      </p:sp>
      <p:cxnSp>
        <p:nvCxnSpPr>
          <p:cNvPr id="49" name="Connettore 2 48"/>
          <p:cNvCxnSpPr/>
          <p:nvPr/>
        </p:nvCxnSpPr>
        <p:spPr>
          <a:xfrm rot="5400000" flipH="1" flipV="1">
            <a:off x="753488" y="4460636"/>
            <a:ext cx="1072364" cy="9224"/>
          </a:xfrm>
          <a:prstGeom prst="straightConnector1">
            <a:avLst/>
          </a:prstGeom>
          <a:ln w="38100">
            <a:headEnd type="none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0" name="Connettore 2 49"/>
          <p:cNvCxnSpPr/>
          <p:nvPr/>
        </p:nvCxnSpPr>
        <p:spPr>
          <a:xfrm>
            <a:off x="1285852" y="5000636"/>
            <a:ext cx="928694" cy="500066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1" name="Connettore 2 50"/>
          <p:cNvCxnSpPr/>
          <p:nvPr/>
        </p:nvCxnSpPr>
        <p:spPr>
          <a:xfrm rot="10800000" flipV="1">
            <a:off x="571472" y="5000636"/>
            <a:ext cx="714380" cy="500066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52" name="CasellaDiTesto 51"/>
          <p:cNvSpPr txBox="1"/>
          <p:nvPr/>
        </p:nvSpPr>
        <p:spPr>
          <a:xfrm>
            <a:off x="1428728" y="3786190"/>
            <a:ext cx="214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y</a:t>
            </a:r>
            <a:endParaRPr lang="it-IT" dirty="0"/>
          </a:p>
        </p:txBody>
      </p:sp>
      <p:sp>
        <p:nvSpPr>
          <p:cNvPr id="53" name="CasellaDiTesto 52"/>
          <p:cNvSpPr txBox="1"/>
          <p:nvPr/>
        </p:nvSpPr>
        <p:spPr>
          <a:xfrm>
            <a:off x="2357422" y="5214950"/>
            <a:ext cx="357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z</a:t>
            </a:r>
            <a:endParaRPr lang="it-IT" dirty="0"/>
          </a:p>
        </p:txBody>
      </p:sp>
      <p:sp>
        <p:nvSpPr>
          <p:cNvPr id="54" name="CasellaDiTesto 53"/>
          <p:cNvSpPr txBox="1"/>
          <p:nvPr/>
        </p:nvSpPr>
        <p:spPr>
          <a:xfrm>
            <a:off x="2000232" y="4286256"/>
            <a:ext cx="214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x</a:t>
            </a:r>
            <a:endParaRPr lang="it-IT" dirty="0"/>
          </a:p>
        </p:txBody>
      </p:sp>
      <p:sp>
        <p:nvSpPr>
          <p:cNvPr id="62" name="CasellaDiTesto 61"/>
          <p:cNvSpPr txBox="1"/>
          <p:nvPr/>
        </p:nvSpPr>
        <p:spPr>
          <a:xfrm>
            <a:off x="357158" y="6072206"/>
            <a:ext cx="3500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 smtClean="0"/>
              <a:t>Blueprint</a:t>
            </a:r>
            <a:r>
              <a:rPr lang="it-IT" dirty="0" smtClean="0"/>
              <a:t>’s </a:t>
            </a:r>
            <a:r>
              <a:rPr lang="it-IT" dirty="0" err="1" smtClean="0"/>
              <a:t>internal</a:t>
            </a:r>
            <a:r>
              <a:rPr lang="it-IT" dirty="0" smtClean="0"/>
              <a:t> block position</a:t>
            </a:r>
            <a:endParaRPr lang="it-IT" dirty="0"/>
          </a:p>
        </p:txBody>
      </p:sp>
      <p:cxnSp>
        <p:nvCxnSpPr>
          <p:cNvPr id="67" name="Connettore 2 66"/>
          <p:cNvCxnSpPr/>
          <p:nvPr/>
        </p:nvCxnSpPr>
        <p:spPr>
          <a:xfrm flipV="1">
            <a:off x="1285852" y="4500570"/>
            <a:ext cx="785818" cy="500066"/>
          </a:xfrm>
          <a:prstGeom prst="straightConnector1">
            <a:avLst/>
          </a:prstGeom>
          <a:ln w="38100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70" name="CasellaDiTesto 69"/>
          <p:cNvSpPr txBox="1"/>
          <p:nvPr/>
        </p:nvSpPr>
        <p:spPr>
          <a:xfrm>
            <a:off x="285720" y="5357826"/>
            <a:ext cx="500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-x</a:t>
            </a:r>
            <a:endParaRPr lang="it-IT" dirty="0"/>
          </a:p>
        </p:txBody>
      </p:sp>
      <p:sp>
        <p:nvSpPr>
          <p:cNvPr id="85" name="Freccia circolare a sinistra 84"/>
          <p:cNvSpPr/>
          <p:nvPr/>
        </p:nvSpPr>
        <p:spPr>
          <a:xfrm flipH="1" flipV="1">
            <a:off x="1500166" y="857232"/>
            <a:ext cx="357190" cy="357190"/>
          </a:xfrm>
          <a:prstGeom prst="curvedLeftArrow">
            <a:avLst>
              <a:gd name="adj1" fmla="val 25000"/>
              <a:gd name="adj2" fmla="val 50000"/>
              <a:gd name="adj3" fmla="val 45000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87" name="Freccia circolare in giù 86"/>
          <p:cNvSpPr/>
          <p:nvPr/>
        </p:nvSpPr>
        <p:spPr>
          <a:xfrm rot="1215017">
            <a:off x="2106552" y="1835990"/>
            <a:ext cx="335996" cy="261557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88" name="Freccia circolare in giù 87"/>
          <p:cNvSpPr/>
          <p:nvPr/>
        </p:nvSpPr>
        <p:spPr>
          <a:xfrm rot="1110977">
            <a:off x="957244" y="1976071"/>
            <a:ext cx="335949" cy="234764"/>
          </a:xfrm>
          <a:prstGeom prst="curved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cxnSp>
        <p:nvCxnSpPr>
          <p:cNvPr id="90" name="Connettore 1 89"/>
          <p:cNvCxnSpPr/>
          <p:nvPr/>
        </p:nvCxnSpPr>
        <p:spPr>
          <a:xfrm>
            <a:off x="2214546" y="1928802"/>
            <a:ext cx="285752" cy="142876"/>
          </a:xfrm>
          <a:prstGeom prst="line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ttore 1 100"/>
          <p:cNvCxnSpPr/>
          <p:nvPr/>
        </p:nvCxnSpPr>
        <p:spPr>
          <a:xfrm rot="10800000" flipV="1">
            <a:off x="785786" y="2000240"/>
            <a:ext cx="357190" cy="21431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ttore 1 102"/>
          <p:cNvCxnSpPr/>
          <p:nvPr/>
        </p:nvCxnSpPr>
        <p:spPr>
          <a:xfrm rot="5400000">
            <a:off x="1571604" y="928670"/>
            <a:ext cx="285752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asellaDiTesto 38"/>
          <p:cNvSpPr txBox="1"/>
          <p:nvPr/>
        </p:nvSpPr>
        <p:spPr>
          <a:xfrm>
            <a:off x="1643042" y="928670"/>
            <a:ext cx="23574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 smtClean="0"/>
              <a:t>Positive Rotation = </a:t>
            </a:r>
            <a:r>
              <a:rPr lang="it-IT" sz="1000" b="1" dirty="0" err="1" smtClean="0"/>
              <a:t>PageDown</a:t>
            </a:r>
            <a:endParaRPr lang="it-IT" sz="10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35</Words>
  <Application>Microsoft Office PowerPoint</Application>
  <PresentationFormat>Presentazione su schermo (4:3)</PresentationFormat>
  <Paragraphs>18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2" baseType="lpstr">
      <vt:lpstr>Tema di Office</vt:lpstr>
      <vt:lpstr>Diapositiva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John</dc:creator>
  <cp:lastModifiedBy>John While</cp:lastModifiedBy>
  <cp:revision>5</cp:revision>
  <dcterms:created xsi:type="dcterms:W3CDTF">2021-12-21T17:48:30Z</dcterms:created>
  <dcterms:modified xsi:type="dcterms:W3CDTF">2021-12-21T19:17:47Z</dcterms:modified>
</cp:coreProperties>
</file>